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321040" y="4325112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914400"/>
            <a:ext cx="5486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063240"/>
            <a:ext cx="146304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0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200" kern="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KIT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6052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16052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blackjacktek@gmail.com  ·  @blackjacktek  ·  blackjacktek.com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 IN TECH &amp; LIFESTYLE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turn products into
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stories</a:t>
            </a:r>
            <a:pPr indent="0" marL="0">
              <a:lnSpc>
                <a:spcPct val="110000"/>
              </a:lnSpc>
              <a:buNone/>
            </a:pP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sell.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I’m Blackjacktek — filmmaker, brand photographer, and creative partner to global brands. I make products look like they belong on a big screen — and perform like they belong in your feed.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31720" y="3794760"/>
            <a:ext cx="0" cy="640080"/>
          </a:xfrm>
          <a:prstGeom prst="line">
            <a:avLst/>
          </a:prstGeom>
          <a:noFill/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1460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With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0" y="3794760"/>
            <a:ext cx="0" cy="640080"/>
          </a:xfrm>
          <a:prstGeom prst="line">
            <a:avLst/>
          </a:prstGeom>
          <a:noFill/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2336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411480"/>
            <a:ext cx="3108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STATISTICS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</a:t>
            </a:r>
            <a:pPr indent="0" marL="0">
              <a:buNone/>
            </a:pPr>
            <a:r>
              <a:rPr lang="en-US" sz="28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3154680"/>
          </a:xfrm>
          <a:prstGeom prst="roundRect">
            <a:avLst>
              <a:gd name="adj" fmla="val 5217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51K+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Followers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176272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2221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5.7M+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22219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Impressions (last 30 days)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2752344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7980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660K+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27980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Reached (last 30 days)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28416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33741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0" y="33741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(last 30 days)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904488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502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0" y="39502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74036" y="4800600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74036" y="480060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Male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89020" y="4800600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89020" y="48006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in Italy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8052" y="480060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88052" y="480060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Worldwide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65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content that brands actually </a:t>
            </a:r>
            <a:pPr indent="0" marL="0">
              <a:buNone/>
            </a:pPr>
            <a:r>
              <a:rPr lang="en-US" sz="22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share</a:t>
            </a:r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Brand Video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Story-driven video for tech brands. Your product in its natural habitat — real life, real people, real moments.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Photography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product photography in real-world environments. No white backgrounds — just life, beautifully composed.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Consulting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sessions for creators ready to level up — content strategy, workflow systems, brand deal outreach.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822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built for the creator community — Notion templates, Lightroom presets, and curated wallpapers.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packages for every </a:t>
            </a:r>
            <a:pPr indent="0" marL="0">
              <a:buNone/>
            </a:pPr>
            <a:r>
              <a:rPr lang="en-US" sz="22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stage</a:t>
            </a:r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722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582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582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€800</a:t>
            </a:r>
            <a:pPr indent="0" marL="0">
              <a:buNone/>
            </a:pPr>
            <a:r>
              <a:rPr lang="en-US" sz="10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582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brands ready to explore cinematic content for their social channels.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582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short-form video (60–90s)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5820" y="284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revision 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5820" y="303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Social-ready formats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5820" y="322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turnaround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582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470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F0EDE7"/>
          </a:solidFill>
          <a:ln w="190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977640" y="12435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977640" y="1243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4330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PARTNER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330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€1,499</a:t>
            </a:r>
            <a:pPr indent="0" marL="0">
              <a:buNone/>
            </a:pPr>
            <a:r>
              <a:rPr lang="en-US" sz="10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54330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5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brands serious about content that’s not just seen — it converts.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4330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short-form videos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43300" y="284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edited photos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43300" y="303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revision rounds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43300" y="322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formats &amp; ratios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43300" y="341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turnaround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330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4330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1218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4078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4078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</a:t>
            </a:r>
            <a:pPr indent="0" marL="0">
              <a:buNone/>
            </a:pPr>
            <a:r>
              <a:rPr lang="en-US" sz="10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4078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5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campaign, a product launch, a multi-day production — let’s build something big.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4078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tailored scope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0780" y="284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Multi-day productions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40780" y="303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packages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40780" y="322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included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40780" y="341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EA580C"/>
                </a:solidFill>
                <a:latin typeface="Arial" pitchFamily="34" charset="0"/>
              </a:rPr>
              <a:t>✓  </a:t>
            </a:r>
            <a:pPr indent="0" marL="0">
              <a:buNone/>
            </a:pPr>
            <a:r>
              <a:rPr lang="en-US" sz="7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creative direction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4078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Quote</a:t>
            </a:r>
            <a:endParaRPr lang="en-US" sz="900" dirty="0"/>
          </a:p>
        </p:txBody>
      </p:sp>
      <p:sp>
        <p:nvSpPr>
          <p:cNvPr id="100" name="Text 100"/>
          <p:cNvSpPr/>
          <p:nvPr/>
        </p:nvSpPr>
        <p:spPr>
          <a:xfrm>
            <a:off x="845820" y="341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66635D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6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shooting</a:t>
            </a:r>
            <a:endParaRPr lang="en-US" sz="900" dirty="0"/>
          </a:p>
        </p:txBody>
      </p:sp>
      <p:sp>
        <p:nvSpPr>
          <p:cNvPr id="101" name="Text 101"/>
          <p:cNvSpPr/>
          <p:nvPr/>
        </p:nvSpPr>
        <p:spPr>
          <a:xfrm>
            <a:off x="845820" y="360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66635D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6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licensing</a:t>
            </a:r>
            <a:endParaRPr lang="en-US" sz="900" dirty="0"/>
          </a:p>
        </p:txBody>
      </p:sp>
      <p:sp>
        <p:nvSpPr>
          <p:cNvPr id="102" name="Text 102"/>
          <p:cNvSpPr/>
          <p:nvPr/>
        </p:nvSpPr>
        <p:spPr>
          <a:xfrm>
            <a:off x="3543300" y="360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66635D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6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licensing</a:t>
            </a:r>
            <a:endParaRPr lang="en-US" sz="900" dirty="0"/>
          </a:p>
        </p:txBody>
      </p:sp>
      <p:sp>
        <p:nvSpPr>
          <p:cNvPr id="103" name="Text 103"/>
          <p:cNvSpPr/>
          <p:nvPr/>
        </p:nvSpPr>
        <p:spPr>
          <a:xfrm>
            <a:off x="3543300" y="379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0" dirty="0">
                <a:solidFill>
                  <a:srgbClr val="66635D"/>
                </a:solidFill>
                <a:latin typeface="Arial" pitchFamily="34" charset="0"/>
              </a:rPr>
              <a:t>—  </a:t>
            </a:r>
            <a:pPr indent="0" marL="0">
              <a:buNone/>
            </a:pPr>
            <a:r>
              <a:rPr lang="en-US" sz="700" dirty="0">
                <a:solidFill>
                  <a:srgbClr val="6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session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82296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0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WORK TOGETHER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brand project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something in mind?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 video, photography, consulting, and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— reach out directly.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347472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Talk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8860" y="411480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08860" y="41148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68396" y="4114800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68396" y="411480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55948" y="411480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55948" y="41148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15484" y="4114800"/>
            <a:ext cx="704088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15484" y="4114800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11012" y="411480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11012" y="41148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Twitter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26280"/>
            <a:ext cx="640080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0" y="46177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Blackjacktek  ·  blackjacktek@gmail.com  ·  ©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BlackjackTek — Media Kit 2025</dc:title>
  <dc:subject>PptxGenJS Presentation</dc:subject>
  <dc:creator>BlackjackTek</dc:creator>
  <cp:lastModifiedBy>BlackjackTek</cp:lastModifiedBy>
  <cp:revision>1</cp:revision>
  <dcterms:created xsi:type="dcterms:W3CDTF">2026-03-24T17:08:44Z</dcterms:created>
  <dcterms:modified xsi:type="dcterms:W3CDTF">2026-03-24T17:08:44Z</dcterms:modified>
</cp:coreProperties>
</file>