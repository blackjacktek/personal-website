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4325112"/>
            <a:ext cx="1097280" cy="1097280"/>
          </a:xfrm>
          <a:prstGeom prst="roundRect">
            <a:avLst>
              <a:gd name="adj" fmla="val 25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0" y="914400"/>
            <a:ext cx="548640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840480" y="3063240"/>
            <a:ext cx="1463040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0" y="32461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1200" kern="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KIT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160520" y="384048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60520" y="38404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0" y="45720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blackjacktek@gmail.com  ·  @blackjacktek  ·  blackjacktek.com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CREATOR IN TECH &amp; LIFESTYLE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turn products into
</a:t>
            </a:r>
            <a:pPr indent="0" marL="0">
              <a:lnSpc>
                <a:spcPct val="110000"/>
              </a:lnSpc>
              <a:buNone/>
            </a:pPr>
            <a:r>
              <a:rPr lang="en-US" sz="3000" i="1" dirty="0">
                <a:solidFill>
                  <a:srgbClr val="1E1D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cinematic stories</a:t>
            </a:r>
            <a:pPr indent="0" marL="0">
              <a:lnSpc>
                <a:spcPct val="110000"/>
              </a:lnSpc>
              <a:buNone/>
            </a:pP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sell.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I’m Blackjacktek — filmmaker, brand photographer, and creative partner to global brands. I make products look like they belong on a big screen — and perform like they belong in your feed.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4572000" cy="960120"/>
          </a:xfrm>
          <a:prstGeom prst="roundRect">
            <a:avLst>
              <a:gd name="adj" fmla="val 11429"/>
            </a:avLst>
          </a:prstGeom>
          <a:solidFill>
            <a:srgbClr val="F0EDE7"/>
          </a:solidFill>
          <a:ln w="9525">
            <a:solidFill>
              <a:srgbClr val="CCC8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331720" y="3794760"/>
            <a:ext cx="0" cy="640080"/>
          </a:xfrm>
          <a:prstGeom prst="line">
            <a:avLst/>
          </a:prstGeom>
          <a:noFill/>
          <a:ln w="6350">
            <a:solidFill>
              <a:srgbClr val="CCC8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150+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51460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Worked With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840480" y="3794760"/>
            <a:ext cx="0" cy="640080"/>
          </a:xfrm>
          <a:prstGeom prst="line">
            <a:avLst/>
          </a:prstGeom>
          <a:noFill/>
          <a:ln w="6350">
            <a:solidFill>
              <a:srgbClr val="CCC8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0" y="3749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02336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7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75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Satisfaction</a:t>
            </a:r>
            <a:endParaRPr lang="en-US" sz="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77840" y="411480"/>
            <a:ext cx="310896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508760" cy="256032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STATISTICS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buNone/>
            </a:pPr>
            <a:r>
              <a:rPr lang="en-US" sz="2800" i="1" dirty="0">
                <a:solidFill>
                  <a:srgbClr val="1E1D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numbers</a:t>
            </a:r>
            <a:pPr indent="0" marL="0">
              <a:buNone/>
            </a:pPr>
            <a:r>
              <a:rPr lang="en-US" sz="28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7680960" cy="3154680"/>
          </a:xfrm>
          <a:prstGeom prst="roundRect">
            <a:avLst>
              <a:gd name="adj" fmla="val 5217"/>
            </a:avLst>
          </a:prstGeom>
          <a:solidFill>
            <a:srgbClr val="F0EDE7"/>
          </a:solidFill>
          <a:ln w="9525">
            <a:solidFill>
              <a:srgbClr val="CCC8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51K+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Followers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176272"/>
            <a:ext cx="694944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22199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5.7M+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114800" y="22219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Impressions (last 30 days)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2752344"/>
            <a:ext cx="694944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798064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660K+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0" y="279806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Reached (last 30 days)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328416"/>
            <a:ext cx="694944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374136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114800" y="337413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Rate (last 30 days)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97280" y="3904488"/>
            <a:ext cx="694944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95020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550K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114800" y="395020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Reach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74036" y="4800600"/>
            <a:ext cx="877824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74036" y="4800600"/>
            <a:ext cx="877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Male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89020" y="4800600"/>
            <a:ext cx="1261872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9020" y="480060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in Italy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88052" y="4800600"/>
            <a:ext cx="1581912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8052" y="4800600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Worldwide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DO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content that brands actually </a:t>
            </a:r>
            <a:pPr indent="0" marL="0">
              <a:buNone/>
            </a:pPr>
            <a:r>
              <a:rPr lang="en-US" sz="2200" i="1" dirty="0">
                <a:solidFill>
                  <a:srgbClr val="1E1D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to share</a:t>
            </a:r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7680960" cy="0"/>
          </a:xfrm>
          <a:prstGeom prst="line">
            <a:avLst/>
          </a:prstGeom>
          <a:noFill/>
          <a:ln w="6350">
            <a:solidFill>
              <a:srgbClr val="CCC8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04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490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Cinematic Brand Video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0" y="1463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Story-driven video for tech brands. Your product in its natural habitat — real life, real people, real moments.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768096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267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Photography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240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High-quality product photography in real-world environments. No white backgrounds — just life, beautifully composed.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2971800"/>
            <a:ext cx="768096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044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Consulting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40480" y="30175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sessions for creators ready to level up — content strategy, workflow systems, brand deal outreach.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768096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221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8221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Products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840480" y="3794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built for the creator community — Notion templates, Lightroom presets, and curated wallpapers.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4526280"/>
            <a:ext cx="768096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packages for every </a:t>
            </a:r>
            <a:pPr indent="0" marL="0">
              <a:buNone/>
            </a:pPr>
            <a:r>
              <a:rPr lang="en-US" sz="2200" i="1" dirty="0">
                <a:solidFill>
                  <a:srgbClr val="1E1D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stage</a:t>
            </a:r>
            <a:pPr indent="0" marL="0">
              <a:buNone/>
            </a:pPr>
            <a:r>
              <a:rPr lang="en-US" sz="22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17220" y="1371600"/>
            <a:ext cx="2514600" cy="3337560"/>
          </a:xfrm>
          <a:prstGeom prst="roundRect">
            <a:avLst>
              <a:gd name="adj" fmla="val 5818"/>
            </a:avLst>
          </a:prstGeom>
          <a:solidFill>
            <a:srgbClr val="F0EDE7"/>
          </a:solidFill>
          <a:ln w="9525">
            <a:solidFill>
              <a:srgbClr val="CCC8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20" y="15361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45820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€800</a:t>
            </a:r>
            <a:pPr indent="0" marL="0">
              <a:buNone/>
            </a:pPr>
            <a:r>
              <a:rPr lang="en-US" sz="10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/project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45820" y="2176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brands ready to explore cinematic content for their social channels.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45820" y="265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short-form video (60–90s)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45820" y="2889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revision round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5820" y="31272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Social-ready formats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5820" y="33649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7-day turnaround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45820" y="427024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AE7E1"/>
          </a:solidFill>
          <a:ln w="9525">
            <a:solidFill>
              <a:srgbClr val="CCC8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5820" y="42702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4700" y="1371600"/>
            <a:ext cx="2514600" cy="3337560"/>
          </a:xfrm>
          <a:prstGeom prst="roundRect">
            <a:avLst>
              <a:gd name="adj" fmla="val 5818"/>
            </a:avLst>
          </a:prstGeom>
          <a:solidFill>
            <a:srgbClr val="F0EDE7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77640" y="1243584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 w="635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77640" y="12435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543300" y="15361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PARTNER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543300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€1,499</a:t>
            </a:r>
            <a:pPr indent="0" marL="0">
              <a:buNone/>
            </a:pPr>
            <a:r>
              <a:rPr lang="en-US" sz="10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/project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3543300" y="2176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brands serious about content that’s not just seen — it converts.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543300" y="265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short-form videos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43300" y="2889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edited photos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543300" y="31272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revision rounds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43300" y="33649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formats &amp; ratios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43300" y="36027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14-day turnaround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43300" y="427024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3543300" y="42702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12180" y="1371600"/>
            <a:ext cx="2514600" cy="3337560"/>
          </a:xfrm>
          <a:prstGeom prst="roundRect">
            <a:avLst>
              <a:gd name="adj" fmla="val 5818"/>
            </a:avLst>
          </a:prstGeom>
          <a:solidFill>
            <a:srgbClr val="F0EDE7"/>
          </a:solidFill>
          <a:ln w="9525">
            <a:solidFill>
              <a:srgbClr val="CCC8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0780" y="1536192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40780" y="17190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</a:t>
            </a:r>
            <a:pPr indent="0" marL="0">
              <a:buNone/>
            </a:pPr>
            <a:r>
              <a:rPr lang="en-US" sz="10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talk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240780" y="217627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campaign, a product launch, a multi-day production — let’s build something big.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40780" y="2651760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tailored scope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40780" y="2889504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Multi-day productions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240780" y="3127248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 packages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40780" y="336499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included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40780" y="3602736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</a:rPr>
              <a:t>✓  </a:t>
            </a:r>
            <a:pPr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creative direction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40780" y="4270248"/>
            <a:ext cx="2057400" cy="310896"/>
          </a:xfrm>
          <a:prstGeom prst="roundRect">
            <a:avLst>
              <a:gd name="adj" fmla="val 50000"/>
            </a:avLst>
          </a:prstGeom>
          <a:solidFill>
            <a:srgbClr val="EAE7E1"/>
          </a:solidFill>
          <a:ln w="9525">
            <a:solidFill>
              <a:srgbClr val="CCC8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0780" y="4270248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Quote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E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822960"/>
            <a:ext cx="1828800" cy="256032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0" y="8229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WORK TOGETHER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Have a brand project</a:t>
            </a:r>
            <a:endParaRPr lang="en-US" sz="3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1E1D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something in mind?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brand video, photography, consulting, and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A48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— reach out directly.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0" y="347472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Talk 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08860" y="4114800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08860" y="411480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68396" y="4114800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8396" y="411480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155948" y="4114800"/>
            <a:ext cx="768096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55948" y="411480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15484" y="4114800"/>
            <a:ext cx="704088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15484" y="4114800"/>
            <a:ext cx="704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811012" y="4114800"/>
            <a:ext cx="1024128" cy="237744"/>
          </a:xfrm>
          <a:prstGeom prst="roundRect">
            <a:avLst>
              <a:gd name="adj" fmla="val 50000"/>
            </a:avLst>
          </a:prstGeom>
          <a:solidFill>
            <a:srgbClr val="F0EDE7"/>
          </a:solidFill>
          <a:ln w="6350">
            <a:solidFill>
              <a:srgbClr val="CCC8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11012" y="411480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/ Twitter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371600" y="4526280"/>
            <a:ext cx="6400800" cy="0"/>
          </a:xfrm>
          <a:prstGeom prst="line">
            <a:avLst/>
          </a:prstGeom>
          <a:noFill/>
          <a:ln w="5080">
            <a:solidFill>
              <a:srgbClr val="CCC8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6177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A9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Blackjacktek  ·  blackjacktek@gmail.com  ·  © 2025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BlackjackTek — Media Kit 2025</dc:title>
  <dc:subject>PptxGenJS Presentation</dc:subject>
  <dc:creator>BlackjackTek</dc:creator>
  <cp:lastModifiedBy>BlackjackTek</cp:lastModifiedBy>
  <cp:revision>1</cp:revision>
  <dcterms:created xsi:type="dcterms:W3CDTF">2026-03-24T17:05:11Z</dcterms:created>
  <dcterms:modified xsi:type="dcterms:W3CDTF">2026-03-24T17:05:11Z</dcterms:modified>
</cp:coreProperties>
</file>